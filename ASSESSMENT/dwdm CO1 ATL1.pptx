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D0CCEE-176F-418A-8742-EB04EF06FCAA}" v="5" dt="2026-07-30T03:33:22.7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wtham M" userId="843d373c010b3f83" providerId="LiveId" clId="{3630D99B-2943-4BAD-9EFA-5C5D9A87233D}"/>
    <pc:docChg chg="custSel modSld">
      <pc:chgData name="Gowtham M" userId="843d373c010b3f83" providerId="LiveId" clId="{3630D99B-2943-4BAD-9EFA-5C5D9A87233D}" dt="2026-07-30T03:33:36.624" v="543" actId="1076"/>
      <pc:docMkLst>
        <pc:docMk/>
      </pc:docMkLst>
      <pc:sldChg chg="modSp mod">
        <pc:chgData name="Gowtham M" userId="843d373c010b3f83" providerId="LiveId" clId="{3630D99B-2943-4BAD-9EFA-5C5D9A87233D}" dt="2026-07-30T03:33:36.624" v="543" actId="1076"/>
        <pc:sldMkLst>
          <pc:docMk/>
          <pc:sldMk cId="4028306420" sldId="256"/>
        </pc:sldMkLst>
        <pc:spChg chg="mod">
          <ac:chgData name="Gowtham M" userId="843d373c010b3f83" providerId="LiveId" clId="{3630D99B-2943-4BAD-9EFA-5C5D9A87233D}" dt="2026-07-30T03:33:36.624" v="543" actId="1076"/>
          <ac:spMkLst>
            <pc:docMk/>
            <pc:sldMk cId="4028306420" sldId="256"/>
            <ac:spMk id="2" creationId="{A27CB0E5-D33A-8E82-76F5-BBB685B3A820}"/>
          </ac:spMkLst>
        </pc:spChg>
        <pc:spChg chg="mod">
          <ac:chgData name="Gowtham M" userId="843d373c010b3f83" providerId="LiveId" clId="{3630D99B-2943-4BAD-9EFA-5C5D9A87233D}" dt="2026-07-30T03:32:44.923" v="539" actId="20577"/>
          <ac:spMkLst>
            <pc:docMk/>
            <pc:sldMk cId="4028306420" sldId="256"/>
            <ac:spMk id="3" creationId="{7C87FA51-C48F-F1B1-8AC6-D237AD984E10}"/>
          </ac:spMkLst>
        </pc:spChg>
      </pc:sldChg>
      <pc:sldChg chg="modSp mod">
        <pc:chgData name="Gowtham M" userId="843d373c010b3f83" providerId="LiveId" clId="{3630D99B-2943-4BAD-9EFA-5C5D9A87233D}" dt="2026-07-30T03:33:22.791" v="541"/>
        <pc:sldMkLst>
          <pc:docMk/>
          <pc:sldMk cId="4207022437" sldId="260"/>
        </pc:sldMkLst>
        <pc:spChg chg="mod">
          <ac:chgData name="Gowtham M" userId="843d373c010b3f83" providerId="LiveId" clId="{3630D99B-2943-4BAD-9EFA-5C5D9A87233D}" dt="2026-07-30T03:33:22.791" v="541"/>
          <ac:spMkLst>
            <pc:docMk/>
            <pc:sldMk cId="4207022437" sldId="260"/>
            <ac:spMk id="2" creationId="{CB59746A-647B-18DF-9C27-A411A525880D}"/>
          </ac:spMkLst>
        </pc:spChg>
        <pc:spChg chg="mod">
          <ac:chgData name="Gowtham M" userId="843d373c010b3f83" providerId="LiveId" clId="{3630D99B-2943-4BAD-9EFA-5C5D9A87233D}" dt="2026-07-21T02:35:07.326" v="8" actId="27636"/>
          <ac:spMkLst>
            <pc:docMk/>
            <pc:sldMk cId="4207022437" sldId="260"/>
            <ac:spMk id="3" creationId="{B0E1CF49-555F-7B8C-D182-26800EAC87AD}"/>
          </ac:spMkLst>
        </pc:spChg>
      </pc:sldChg>
      <pc:sldChg chg="modSp mod">
        <pc:chgData name="Gowtham M" userId="843d373c010b3f83" providerId="LiveId" clId="{3630D99B-2943-4BAD-9EFA-5C5D9A87233D}" dt="2026-07-21T02:35:32.053" v="10" actId="27636"/>
        <pc:sldMkLst>
          <pc:docMk/>
          <pc:sldMk cId="3461001036" sldId="263"/>
        </pc:sldMkLst>
        <pc:spChg chg="mod">
          <ac:chgData name="Gowtham M" userId="843d373c010b3f83" providerId="LiveId" clId="{3630D99B-2943-4BAD-9EFA-5C5D9A87233D}" dt="2026-07-21T02:35:32.053" v="10" actId="27636"/>
          <ac:spMkLst>
            <pc:docMk/>
            <pc:sldMk cId="3461001036" sldId="263"/>
            <ac:spMk id="3" creationId="{5AFB13A2-9675-8FC9-66B7-617C345EB18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60D6-F12B-4680-9674-A138CA231F74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8593-0B3C-4FAF-A283-A2CDF3114E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428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60D6-F12B-4680-9674-A138CA231F74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8593-0B3C-4FAF-A283-A2CDF3114E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361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60D6-F12B-4680-9674-A138CA231F74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8593-0B3C-4FAF-A283-A2CDF3114E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529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60D6-F12B-4680-9674-A138CA231F74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8593-0B3C-4FAF-A283-A2CDF3114E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402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60D6-F12B-4680-9674-A138CA231F74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8593-0B3C-4FAF-A283-A2CDF3114E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858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60D6-F12B-4680-9674-A138CA231F74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8593-0B3C-4FAF-A283-A2CDF3114E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25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60D6-F12B-4680-9674-A138CA231F74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8593-0B3C-4FAF-A283-A2CDF3114E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941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60D6-F12B-4680-9674-A138CA231F74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8593-0B3C-4FAF-A283-A2CDF3114E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908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60D6-F12B-4680-9674-A138CA231F74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8593-0B3C-4FAF-A283-A2CDF3114E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170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60D6-F12B-4680-9674-A138CA231F74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8593-0B3C-4FAF-A283-A2CDF3114E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914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60D6-F12B-4680-9674-A138CA231F74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8593-0B3C-4FAF-A283-A2CDF3114E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5908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60D6-F12B-4680-9674-A138CA231F74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8593-0B3C-4FAF-A283-A2CDF3114ED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487865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60D6-F12B-4680-9674-A138CA231F74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8593-0B3C-4FAF-A283-A2CDF3114E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6725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60D6-F12B-4680-9674-A138CA231F74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8593-0B3C-4FAF-A283-A2CDF3114E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649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60D6-F12B-4680-9674-A138CA231F74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8593-0B3C-4FAF-A283-A2CDF3114E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2319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60D6-F12B-4680-9674-A138CA231F74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8593-0B3C-4FAF-A283-A2CDF3114E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357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60D6-F12B-4680-9674-A138CA231F74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8593-0B3C-4FAF-A283-A2CDF3114E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137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59960D6-F12B-4680-9674-A138CA231F74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BC8593-0B3C-4FAF-A283-A2CDF3114E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5057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43" r:id="rId1"/>
    <p:sldLayoutId id="2147484044" r:id="rId2"/>
    <p:sldLayoutId id="2147484045" r:id="rId3"/>
    <p:sldLayoutId id="2147484046" r:id="rId4"/>
    <p:sldLayoutId id="2147484047" r:id="rId5"/>
    <p:sldLayoutId id="2147484048" r:id="rId6"/>
    <p:sldLayoutId id="2147484049" r:id="rId7"/>
    <p:sldLayoutId id="2147484050" r:id="rId8"/>
    <p:sldLayoutId id="2147484051" r:id="rId9"/>
    <p:sldLayoutId id="2147484052" r:id="rId10"/>
    <p:sldLayoutId id="2147484053" r:id="rId11"/>
    <p:sldLayoutId id="2147484054" r:id="rId12"/>
    <p:sldLayoutId id="2147484055" r:id="rId13"/>
    <p:sldLayoutId id="2147484056" r:id="rId14"/>
    <p:sldLayoutId id="2147484057" r:id="rId15"/>
    <p:sldLayoutId id="2147484058" r:id="rId16"/>
    <p:sldLayoutId id="21474840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CB0E5-D33A-8E82-76F5-BBB685B3A8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206" y="394405"/>
            <a:ext cx="9660256" cy="273635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Knowledge Discovery: From Raw Data to Smart Decisions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87FA51-C48F-F1B1-8AC6-D237AD984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478" y="5095417"/>
            <a:ext cx="12093677" cy="1496616"/>
          </a:xfrm>
        </p:spPr>
        <p:txBody>
          <a:bodyPr>
            <a:normAutofit/>
          </a:bodyPr>
          <a:lstStyle/>
          <a:p>
            <a:r>
              <a:rPr lang="en-IN" sz="1600" b="1" dirty="0"/>
              <a:t>GUIDED BY                                                                                                                                                         PRESENTED BY</a:t>
            </a:r>
          </a:p>
          <a:p>
            <a:r>
              <a:rPr lang="en-IN" sz="1600" b="1" dirty="0"/>
              <a:t>BEULAH DAVID                                                                                                                                         M.GOWTHAM KUMAR</a:t>
            </a:r>
          </a:p>
          <a:p>
            <a:r>
              <a:rPr lang="en-IN" sz="1600" b="1" dirty="0"/>
              <a:t>                                                                                                                                                              192525163</a:t>
            </a:r>
          </a:p>
        </p:txBody>
      </p:sp>
    </p:spTree>
    <p:extLst>
      <p:ext uri="{BB962C8B-B14F-4D97-AF65-F5344CB8AC3E}">
        <p14:creationId xmlns:p14="http://schemas.microsoft.com/office/powerpoint/2010/main" val="4028306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F59F1-13C4-7A91-0915-08569332D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6264" y="207809"/>
            <a:ext cx="10515600" cy="1325563"/>
          </a:xfrm>
        </p:spPr>
        <p:txBody>
          <a:bodyPr/>
          <a:lstStyle/>
          <a:p>
            <a:r>
              <a:rPr lang="en-IN" b="1" dirty="0"/>
              <a:t>   INTRODUTION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BDE5D-3E6A-B223-5B19-A90B7BDDB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631" y="1620765"/>
            <a:ext cx="10515600" cy="4351338"/>
          </a:xfrm>
        </p:spPr>
        <p:txBody>
          <a:bodyPr>
            <a:normAutofit/>
          </a:bodyPr>
          <a:lstStyle/>
          <a:p>
            <a:r>
              <a:rPr lang="en-IN" dirty="0"/>
              <a:t>Knowledge Discovery in Databases (KDD) is the process of extracting useful and meaningful knowledge from large volumes of data.</a:t>
            </a:r>
          </a:p>
          <a:p>
            <a:r>
              <a:rPr lang="en-IN" dirty="0"/>
              <a:t> It transforms raw data into valuable insights that support better decision-making.</a:t>
            </a:r>
          </a:p>
          <a:p>
            <a:r>
              <a:rPr lang="en-IN" dirty="0"/>
              <a:t> The KDD process includes Data Cleaning, Data Integration, Data Selection, Data Transformation, Data Mining, Pattern Evaluation, and Knowledge Presentation. </a:t>
            </a:r>
          </a:p>
          <a:p>
            <a:r>
              <a:rPr lang="en-IN" dirty="0"/>
              <a:t>It helps identify hidden patterns, trends, and relationships that are difficult to detect through manual analysis. </a:t>
            </a:r>
          </a:p>
          <a:p>
            <a:r>
              <a:rPr lang="en-IN" dirty="0"/>
              <a:t>KDD is widely used in banking, healthcare, e-commerce, education, and social media for data-driven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321378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01C88-408A-B55F-BB97-70969F2C1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310" y="158648"/>
            <a:ext cx="10515600" cy="1325563"/>
          </a:xfrm>
        </p:spPr>
        <p:txBody>
          <a:bodyPr/>
          <a:lstStyle/>
          <a:p>
            <a:r>
              <a:rPr lang="en-IN" b="1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05063-D138-6EFC-1F59-29DEA9461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8142"/>
            <a:ext cx="10515600" cy="4351338"/>
          </a:xfrm>
        </p:spPr>
        <p:txBody>
          <a:bodyPr>
            <a:normAutofit/>
          </a:bodyPr>
          <a:lstStyle/>
          <a:p>
            <a:r>
              <a:rPr lang="en-IN" dirty="0"/>
              <a:t>To understand how raw data is transformed into meaningful knowledge using the KDD process.</a:t>
            </a:r>
          </a:p>
          <a:p>
            <a:r>
              <a:rPr lang="en-IN" dirty="0"/>
              <a:t>To explore the complete journey from data collection to smart decision-making.</a:t>
            </a:r>
          </a:p>
          <a:p>
            <a:r>
              <a:rPr lang="en-IN" dirty="0"/>
              <a:t> To learn the seven key stages of Knowledge Discovery in Databases (KDD) and their importance.</a:t>
            </a:r>
          </a:p>
          <a:p>
            <a:r>
              <a:rPr lang="en-IN" dirty="0"/>
              <a:t>To identify hidden patterns, trends, and valuable insights from large datasets.</a:t>
            </a:r>
          </a:p>
          <a:p>
            <a:r>
              <a:rPr lang="en-IN" dirty="0"/>
              <a:t> To understand the role of Data Mining in discovering useful information from data.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4754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14827-13E2-620F-E349-9556A1217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9684" y="119318"/>
            <a:ext cx="10515600" cy="1325563"/>
          </a:xfrm>
        </p:spPr>
        <p:txBody>
          <a:bodyPr/>
          <a:lstStyle/>
          <a:p>
            <a:r>
              <a:rPr lang="en-IN" b="1" dirty="0"/>
              <a:t>  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D29BF-9C62-7133-0728-5C09B882F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9651"/>
            <a:ext cx="10515600" cy="4351338"/>
          </a:xfrm>
        </p:spPr>
        <p:txBody>
          <a:bodyPr>
            <a:normAutofit/>
          </a:bodyPr>
          <a:lstStyle/>
          <a:p>
            <a:r>
              <a:rPr lang="en-IN" dirty="0"/>
              <a:t>The Challenge of Extracting Valuable Knowledge from Massive Data</a:t>
            </a:r>
          </a:p>
          <a:p>
            <a:r>
              <a:rPr lang="en-IN" dirty="0"/>
              <a:t>Every day, organizations generate huge volumes of data from online transactions, social media, healthcare, banking, and e-commerce. </a:t>
            </a:r>
          </a:p>
          <a:p>
            <a:r>
              <a:rPr lang="en-IN" dirty="0"/>
              <a:t>Most of this data is raw, unorganized, and difficult to interpret, making manual analysis nearly impossible. </a:t>
            </a:r>
          </a:p>
          <a:p>
            <a:r>
              <a:rPr lang="en-IN" dirty="0"/>
              <a:t>Important patterns and relationships often remain hidden within large datasets. </a:t>
            </a:r>
          </a:p>
          <a:p>
            <a:r>
              <a:rPr lang="en-IN" dirty="0"/>
              <a:t>Poor-quality data, such as missing, duplicate, or inconsistent records, reduces the accuracy of analysis.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9685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9746A-647B-18DF-9C27-A411A5258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1CF49-555F-7B8C-D182-26800EAC8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4157" y="1759352"/>
            <a:ext cx="9930455" cy="4151870"/>
          </a:xfrm>
        </p:spPr>
        <p:txBody>
          <a:bodyPr>
            <a:normAutofit fontScale="92500" lnSpcReduction="20000"/>
          </a:bodyPr>
          <a:lstStyle/>
          <a:p>
            <a:r>
              <a:rPr lang="en-IN" sz="2100" b="1" dirty="0"/>
              <a:t>Knowledge Discovery in Databases (KDD)</a:t>
            </a:r>
          </a:p>
          <a:p>
            <a:r>
              <a:rPr lang="en-IN" sz="2100" dirty="0"/>
              <a:t>KDD provides a structured process to convert raw data into valuable knowledge.</a:t>
            </a:r>
          </a:p>
          <a:p>
            <a:pPr marL="0" indent="0">
              <a:buNone/>
            </a:pPr>
            <a:r>
              <a:rPr lang="en-IN" sz="2100" b="1" dirty="0"/>
              <a:t> Key Stages</a:t>
            </a:r>
          </a:p>
          <a:p>
            <a:r>
              <a:rPr lang="en-IN" sz="2100" dirty="0"/>
              <a:t>Data Cleaning </a:t>
            </a:r>
          </a:p>
          <a:p>
            <a:r>
              <a:rPr lang="en-IN" sz="2100" dirty="0"/>
              <a:t>Data Integration </a:t>
            </a:r>
          </a:p>
          <a:p>
            <a:r>
              <a:rPr lang="en-IN" sz="2100" dirty="0"/>
              <a:t>Data Selection </a:t>
            </a:r>
          </a:p>
          <a:p>
            <a:r>
              <a:rPr lang="en-IN" sz="2100" dirty="0"/>
              <a:t>Data Transformation </a:t>
            </a:r>
          </a:p>
          <a:p>
            <a:r>
              <a:rPr lang="en-IN" sz="2100" dirty="0"/>
              <a:t>Data Mining </a:t>
            </a:r>
          </a:p>
          <a:p>
            <a:r>
              <a:rPr lang="en-IN" sz="2100" dirty="0"/>
              <a:t>Pattern Evaluation </a:t>
            </a:r>
          </a:p>
          <a:p>
            <a:r>
              <a:rPr lang="en-IN" sz="2100" dirty="0"/>
              <a:t>Knowledge Presentation </a:t>
            </a:r>
          </a:p>
          <a:p>
            <a:r>
              <a:rPr lang="en-IN" sz="2100" b="1" dirty="0"/>
              <a:t>Outcome </a:t>
            </a:r>
            <a:r>
              <a:rPr lang="en-IN" sz="2100" dirty="0"/>
              <a:t>: Useful patterns and insights that support informed business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7022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B8AF9-1EF4-8D5F-609B-D01675FAB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654" y="388275"/>
            <a:ext cx="10515600" cy="1325563"/>
          </a:xfrm>
        </p:spPr>
        <p:txBody>
          <a:bodyPr/>
          <a:lstStyle/>
          <a:p>
            <a:r>
              <a:rPr lang="en-IN" b="1" dirty="0"/>
              <a:t>SYSTEM DESIGN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7EAB3A1-A449-1873-2375-2F92E6D8A5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8765" y="1805651"/>
            <a:ext cx="10963560" cy="351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553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80ACC-6449-638B-3D19-B34B867B3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203" y="153192"/>
            <a:ext cx="10515600" cy="1325563"/>
          </a:xfrm>
        </p:spPr>
        <p:txBody>
          <a:bodyPr/>
          <a:lstStyle/>
          <a:p>
            <a:r>
              <a:rPr lang="en-IN" b="1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2580F-53A1-D93F-26F1-4D58C11AB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1240"/>
            <a:ext cx="10515600" cy="4351338"/>
          </a:xfrm>
        </p:spPr>
        <p:txBody>
          <a:bodyPr>
            <a:normAutofit/>
          </a:bodyPr>
          <a:lstStyle/>
          <a:p>
            <a:r>
              <a:rPr lang="en-IN" b="1" dirty="0"/>
              <a:t>Expected Outcomes</a:t>
            </a:r>
          </a:p>
          <a:p>
            <a:r>
              <a:rPr lang="en-IN" dirty="0"/>
              <a:t>The KDD process successfully:</a:t>
            </a:r>
          </a:p>
          <a:p>
            <a:r>
              <a:rPr lang="en-IN" dirty="0"/>
              <a:t>Converts raw data into meaningful information. </a:t>
            </a:r>
          </a:p>
          <a:p>
            <a:r>
              <a:rPr lang="en-IN" dirty="0"/>
              <a:t>Identifies hidden patterns and relationships. </a:t>
            </a:r>
          </a:p>
          <a:p>
            <a:r>
              <a:rPr lang="en-IN" dirty="0"/>
              <a:t>Supports accurate predictions and decision-making. </a:t>
            </a:r>
          </a:p>
          <a:p>
            <a:r>
              <a:rPr lang="en-IN" dirty="0"/>
              <a:t>Improves efficiency and business intelligence. </a:t>
            </a:r>
          </a:p>
          <a:p>
            <a:r>
              <a:rPr lang="en-IN" b="1" dirty="0"/>
              <a:t>Example</a:t>
            </a:r>
          </a:p>
          <a:p>
            <a:r>
              <a:rPr lang="en-IN" dirty="0"/>
              <a:t>An online shopping platform uses KDD to recommend products based on customers' purchase history, increasing customer satisfaction and sales.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8726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2FB11-AB86-57EC-53E0-F54B8E0B3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413" y="295677"/>
            <a:ext cx="10515600" cy="1325563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13A2-9675-8FC9-66B7-617C345EB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7571" y="1832659"/>
            <a:ext cx="8915400" cy="37776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Knowledge Discovery in Databases (KDD) is a systematic process that transforms raw data into meaningful and valuable knowledge.</a:t>
            </a:r>
          </a:p>
          <a:p>
            <a:pPr marL="0" indent="0">
              <a:buNone/>
            </a:pPr>
            <a:r>
              <a:rPr lang="en-IN" dirty="0"/>
              <a:t> The KDD process helps uncover hidden patterns, trends, and relationships that support informed decision-making. </a:t>
            </a:r>
          </a:p>
          <a:p>
            <a:pPr marL="0" indent="0">
              <a:buNone/>
            </a:pPr>
            <a:r>
              <a:rPr lang="en-IN" dirty="0"/>
              <a:t>Data Mining is the core stage of KDD, responsible for extracting useful patterns from large datasets.</a:t>
            </a:r>
          </a:p>
          <a:p>
            <a:pPr marL="0" indent="0">
              <a:buNone/>
            </a:pPr>
            <a:r>
              <a:rPr lang="en-IN" dirty="0"/>
              <a:t> KDD is widely used in banking, healthcare, e-commerce, education, and business analytics to improve efficiency and solve real-world problems. As data continues to grow,</a:t>
            </a:r>
          </a:p>
          <a:p>
            <a:pPr marL="0" indent="0">
              <a:buNone/>
            </a:pPr>
            <a:r>
              <a:rPr lang="en-IN" dirty="0"/>
              <a:t> KDD will remain a key technology for driving innovation and intelligent decision-making in the future.</a:t>
            </a:r>
          </a:p>
        </p:txBody>
      </p:sp>
    </p:spTree>
    <p:extLst>
      <p:ext uri="{BB962C8B-B14F-4D97-AF65-F5344CB8AC3E}">
        <p14:creationId xmlns:p14="http://schemas.microsoft.com/office/powerpoint/2010/main" val="34610010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501</Words>
  <Application>Microsoft Office PowerPoint</Application>
  <PresentationFormat>Widescreen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Ion</vt:lpstr>
      <vt:lpstr>Knowledge Discovery: From Raw Data to Smart Decisions</vt:lpstr>
      <vt:lpstr>   INTRODUTION</vt:lpstr>
      <vt:lpstr>PROJECT OBJECTIVES</vt:lpstr>
      <vt:lpstr>   PROBLEM STATEMENT</vt:lpstr>
      <vt:lpstr>PROPOSED SOLUTION</vt:lpstr>
      <vt:lpstr>SYSTEM DESIGN</vt:lpstr>
      <vt:lpstr>RESULTS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Gowtham M</dc:creator>
  <cp:lastModifiedBy>Gowtham M</cp:lastModifiedBy>
  <cp:revision>1</cp:revision>
  <dcterms:created xsi:type="dcterms:W3CDTF">2026-07-18T16:12:36Z</dcterms:created>
  <dcterms:modified xsi:type="dcterms:W3CDTF">2026-07-30T03:33:57Z</dcterms:modified>
</cp:coreProperties>
</file>